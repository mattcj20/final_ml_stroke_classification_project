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ML_Stroke_Classification_Project/assets/soft_medical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058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Stroke Prediction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F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Project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49808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566F"/>
                </a:solidFill>
              </a:rPr>
              <a:t>Final ML Project - Classification | GitHub-ready deliverables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9808" y="2971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24B"/>
                </a:solidFill>
              </a:rPr>
              <a:t>Mahdi Mohammadkhani</a:t>
            </a:r>
            <a:endParaRPr lang="en-US" sz="1900" dirty="0"/>
          </a:p>
        </p:txBody>
      </p:sp>
      <p:pic>
        <p:nvPicPr>
          <p:cNvPr id="6" name="Image 1" descr="/mnt/data/Final_ML_Stroke_Classification_Project/assets/class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60120"/>
            <a:ext cx="4480560" cy="3063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03720" y="4315968"/>
            <a:ext cx="4343400" cy="1005840"/>
          </a:xfrm>
          <a:prstGeom prst="roundRect">
            <a:avLst>
              <a:gd name="adj" fmla="val 9091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7D8E8">
                <a:alpha val="7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0" y="45537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4B"/>
                </a:solidFill>
              </a:rPr>
              <a:t>Target class is highly imbalanced: 4,700 no-stroke vs. 209 stroke records.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7D"/>
                </a:solidFill>
              </a:rPr>
              <a:t>Final ML Project | Stroke Classification | Mahdi Mohammadkhani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ML_Stroke_Classification_Project/assets/soft_medical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Split and Modeling Workflow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85800" y="100584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7D8E8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1234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24B"/>
                </a:solidFill>
              </a:rPr>
              <a:t>Required Models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0120" y="1737360"/>
            <a:ext cx="4526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263A4D"/>
                </a:solidFill>
              </a:rPr>
              <a:t>Logistic Regression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Decision Tree Classifier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Random Forest Classifier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Gradient Boosting Classifier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K-Nearest Neighbors Classifier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Support Vector Classifier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1005840"/>
            <a:ext cx="5166360" cy="4800600"/>
          </a:xfrm>
          <a:prstGeom prst="roundRect">
            <a:avLst>
              <a:gd name="adj" fmla="val 1905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7D8E8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234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24B"/>
                </a:solidFill>
              </a:rPr>
              <a:t>Project Setup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537960" y="1737360"/>
            <a:ext cx="44348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263A4D"/>
                </a:solidFill>
              </a:rPr>
              <a:t>Target column: stroke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Split: 70% train, 15% validation, 15% test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Age group one-hot encoded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Numeric features scaled in pipeline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Metrics: Accuracy, Precision, Recall, F1, ROC-AUC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7D"/>
                </a:solidFill>
              </a:rPr>
              <a:t>Final ML Project | Stroke Classification | Mahdi Mohammadkhani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ML_Stroke_Classification_Project/assets/soft_medical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Results: Choose Models Carefully</a:t>
            </a:r>
            <a:endParaRPr lang="en-US" sz="2800" dirty="0"/>
          </a:p>
        </p:txBody>
      </p:sp>
      <p:pic>
        <p:nvPicPr>
          <p:cNvPr id="4" name="Image 1" descr="/mnt/data/Final_ML_Stroke_Classification_Project/assets/validation_f1_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394960" cy="3886200"/>
          </a:xfrm>
          <a:prstGeom prst="rect">
            <a:avLst/>
          </a:prstGeom>
        </p:spPr>
      </p:pic>
      <p:pic>
        <p:nvPicPr>
          <p:cNvPr id="5" name="Image 2" descr="/mnt/data/Final_ML_Stroke_Classification_Project/assets/validation_roc_au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051560"/>
            <a:ext cx="5394960" cy="3886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51560" y="5285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4B"/>
                </a:solidFill>
              </a:rPr>
              <a:t>Accuracy alone can be misleading because the positive stroke class is small. F1 and ROC-AUC give a better comparison.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7D"/>
                </a:solidFill>
              </a:rPr>
              <a:t>Final ML Project | Stroke Classification | Mahdi Mohammadkhani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ML_Stroke_Classification_Project/assets/soft_medical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Recommendation: Ensemble Model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978408"/>
            <a:ext cx="5166360" cy="4983480"/>
          </a:xfrm>
          <a:prstGeom prst="roundRect">
            <a:avLst>
              <a:gd name="adj" fmla="val 183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7D8E8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24B"/>
                </a:solidFill>
              </a:rPr>
              <a:t>Best Test Result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171907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5E9C"/>
                </a:solidFill>
              </a:rPr>
              <a:t>Soft Voting Ensemble (Top 3)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331720"/>
            <a:ext cx="42062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263A4D"/>
                </a:solidFill>
              </a:rPr>
              <a:t>Accuracy: 0.7924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Precision: 0.1288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Recall: 0.6562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F1-Score: 0.2154</a:t>
            </a:r>
            <a:endParaRPr lang="en-US" sz="1700" dirty="0"/>
          </a:p>
          <a:p>
            <a:r>
              <a:rPr lang="en-US" sz="1700" dirty="0">
                <a:solidFill>
                  <a:srgbClr val="263A4D"/>
                </a:solidFill>
              </a:rPr>
              <a:t>ROC-AUC: 0.7901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B"/>
                </a:solidFill>
              </a:rPr>
              <a:t>The ensemble combined the strongest probability models and produced the strongest F1 balance on the test set.</a:t>
            </a:r>
            <a:endParaRPr lang="en-US" sz="1600" dirty="0"/>
          </a:p>
        </p:txBody>
      </p:sp>
      <p:pic>
        <p:nvPicPr>
          <p:cNvPr id="9" name="Image 1" descr="/mnt/data/Final_ML_Stroke_Classification_Project/assets/confusion_matrix_soft_vo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2514600" cy="2331720"/>
          </a:xfrm>
          <a:prstGeom prst="rect">
            <a:avLst/>
          </a:prstGeom>
        </p:spPr>
      </p:pic>
      <p:pic>
        <p:nvPicPr>
          <p:cNvPr id="10" name="Image 2" descr="/mnt/data/Final_ML_Stroke_Classification_Project/assets/test_roc_curv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960120"/>
            <a:ext cx="2514600" cy="23317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72200" y="37490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7D8E8">
                <a:alpha val="7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4652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24B"/>
                </a:solidFill>
              </a:rPr>
              <a:t>Conclusion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446520" y="43708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A4D"/>
                </a:solidFill>
              </a:rPr>
              <a:t>Use the soft voting or Bayesian weighted ensemble. Future work: tune the probability threshold and test on a larger external healthcare dataset.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7D"/>
                </a:solidFill>
              </a:rPr>
              <a:t>Final ML Project | Stroke Classification | Mahdi Mohammadkhani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ITAI Final ML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Prediction Classification</dc:title>
  <dc:subject>Final ML Project - Stroke Classification</dc:subject>
  <dc:creator>Mahdi Mohammadkhani</dc:creator>
  <cp:lastModifiedBy>Mahdi Mohammadkhani</cp:lastModifiedBy>
  <cp:revision>1</cp:revision>
  <dcterms:created xsi:type="dcterms:W3CDTF">2026-04-30T02:24:54Z</dcterms:created>
  <dcterms:modified xsi:type="dcterms:W3CDTF">2026-04-30T02:24:54Z</dcterms:modified>
</cp:coreProperties>
</file>