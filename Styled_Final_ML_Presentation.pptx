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42850"/>
                </a:solidFill>
              </a:rPr>
              <a:t>Stroke Prediction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3C3C3C"/>
                </a:solidFill>
              </a:rPr>
              <a:t>Final ML Project</a:t>
            </a:r>
          </a:p>
          <a:p>
            <a:r>
              <a:rPr sz="1800">
                <a:solidFill>
                  <a:srgbClr val="3C3C3C"/>
                </a:solidFill>
              </a:rPr>
              <a:t>Mahdi Mohammadkhani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42850"/>
                </a:solidFill>
              </a:rPr>
              <a:t>Problem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C3C3C"/>
                </a:solidFill>
              </a:rPr>
              <a:t>Predict stroke occurrence (0 = No, 1 = Yes)</a:t>
            </a:r>
          </a:p>
          <a:p/>
          <a:p>
            <a:r>
              <a:rPr sz="1800">
                <a:solidFill>
                  <a:srgbClr val="3C3C3C"/>
                </a:solidFill>
              </a:rPr>
              <a:t>Highly imbalanced dataset:</a:t>
            </a:r>
          </a:p>
          <a:p>
            <a:r>
              <a:rPr sz="1800">
                <a:solidFill>
                  <a:srgbClr val="3C3C3C"/>
                </a:solidFill>
              </a:rPr>
              <a:t>~4700 no-stroke vs ~200 stroke</a:t>
            </a:r>
          </a:p>
          <a:p/>
          <a:p>
            <a:r>
              <a:rPr sz="1800">
                <a:solidFill>
                  <a:srgbClr val="3C3C3C"/>
                </a:solidFill>
              </a:rPr>
              <a:t>Focus: reduce false negatives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42850"/>
                </a:solidFill>
              </a:rPr>
              <a:t>Models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C3C3C"/>
                </a:solidFill>
              </a:rPr>
              <a:t>Models:</a:t>
            </a:r>
          </a:p>
          <a:p>
            <a:r>
              <a:rPr sz="1800">
                <a:solidFill>
                  <a:srgbClr val="3C3C3C"/>
                </a:solidFill>
              </a:rPr>
              <a:t>Logistic Regression, Decision Tree, Random Forest</a:t>
            </a:r>
          </a:p>
          <a:p>
            <a:r>
              <a:rPr sz="1800">
                <a:solidFill>
                  <a:srgbClr val="3C3C3C"/>
                </a:solidFill>
              </a:rPr>
              <a:t>Gradient Boosting, KNN, SVM</a:t>
            </a:r>
          </a:p>
          <a:p/>
          <a:p>
            <a:r>
              <a:rPr sz="1800">
                <a:solidFill>
                  <a:srgbClr val="3C3C3C"/>
                </a:solidFill>
              </a:rPr>
              <a:t>Split: 70/15/15</a:t>
            </a:r>
          </a:p>
          <a:p>
            <a:r>
              <a:rPr sz="1800">
                <a:solidFill>
                  <a:srgbClr val="3C3C3C"/>
                </a:solidFill>
              </a:rPr>
              <a:t>Metrics: Accuracy, Precision, Recall, F1, ROC-AUC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42850"/>
                </a:solidFill>
              </a:rP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C3C3C"/>
                </a:solidFill>
              </a:rPr>
              <a:t>Best: Soft Voting Ensemble</a:t>
            </a:r>
          </a:p>
          <a:p/>
          <a:p>
            <a:r>
              <a:rPr sz="1800">
                <a:solidFill>
                  <a:srgbClr val="3C3C3C"/>
                </a:solidFill>
              </a:rPr>
              <a:t>Accuracy: 79%</a:t>
            </a:r>
          </a:p>
          <a:p>
            <a:r>
              <a:rPr sz="1800">
                <a:solidFill>
                  <a:srgbClr val="3C3C3C"/>
                </a:solidFill>
              </a:rPr>
              <a:t>Recall: 65%</a:t>
            </a:r>
          </a:p>
          <a:p>
            <a:r>
              <a:rPr sz="1800">
                <a:solidFill>
                  <a:srgbClr val="3C3C3C"/>
                </a:solidFill>
              </a:rPr>
              <a:t>ROC-AUC: 0.79</a:t>
            </a:r>
          </a:p>
          <a:p/>
          <a:p>
            <a:r>
              <a:rPr sz="1800">
                <a:solidFill>
                  <a:srgbClr val="3C3C3C"/>
                </a:solidFill>
              </a:rPr>
              <a:t>Ensemble improved detection of stroke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